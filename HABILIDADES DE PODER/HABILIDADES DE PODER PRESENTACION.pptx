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538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900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901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48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087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645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366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67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346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314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88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797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931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4495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883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0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F7C48-26B1-46B5-955D-B0CF196A05E1}" type="datetimeFigureOut">
              <a:rPr lang="es-CO" smtClean="0"/>
              <a:t>8/11/2025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584185F-FC49-4094-932C-D78045270E9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4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CCA24-639F-E7E0-442E-0E2C9E70A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HABILIDADES DE PODER </a:t>
            </a:r>
            <a:endParaRPr lang="es-CO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18065C-7000-B776-B4DF-8F3942D3F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FORMADORA: DANIELA LONDOÑO GIRALDO</a:t>
            </a:r>
            <a:endParaRPr lang="es-CO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11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F9D00-3E99-0AA6-592F-CD8D04979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09"/>
            <a:ext cx="8911687" cy="4041676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son las habilidades de poder?</a:t>
            </a:r>
            <a:b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el conjunto de capacidades personales o sociales que permiten influir, persuadir o ejercer control sobre ciertas situaciones o sobre los individuos de manera positiva.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Estas habilidades incluyen la comunicación efectiva, el liderazgo y la toma de decisiones 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2E1E34-99C0-9A40-47DA-8755C8BCF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557" y="4807927"/>
            <a:ext cx="2552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3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899.400+ Comunicación Efectiva Fotografías de stock, fotos e imágenes  libres de derechos - iStock | Escuchar, Trabajo en equipo, Escucha activa">
            <a:extLst>
              <a:ext uri="{FF2B5EF4-FFF2-40B4-BE49-F238E27FC236}">
                <a16:creationId xmlns:a16="http://schemas.microsoft.com/office/drawing/2014/main" id="{53E7830F-A0F9-908D-0607-481313FDE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495" t="-1537988" r="65353" b="914399"/>
          <a:stretch/>
        </p:blipFill>
        <p:spPr bwMode="auto">
          <a:xfrm>
            <a:off x="9466058" y="4906222"/>
            <a:ext cx="2157373" cy="126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5D2F1A-991F-8701-6119-CE3E59CC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108" y="369277"/>
            <a:ext cx="8598877" cy="5468815"/>
          </a:xfrm>
        </p:spPr>
        <p:txBody>
          <a:bodyPr>
            <a:normAutofit fontScale="90000"/>
          </a:bodyPr>
          <a:lstStyle/>
          <a:p>
            <a:pPr algn="ctr"/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es la comunicación efectiva?</a:t>
            </a:r>
            <a:b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capacidad de transmitir un mensaje de manera clara, precisa y comprensible, logrando que el receptor lo entienda tal como se pretende.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 capacidad implica escuchar activamente, expresarse con claridad y adaptar el mensaje al contexto y al interlocutor.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73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1DE09-2D7A-461E-88FC-0AE98D06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062" y="616854"/>
            <a:ext cx="7526215" cy="562429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Elementos De la Comunicación Efectiva</a:t>
            </a:r>
            <a:b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Emisor: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Quien envía el mensaje.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Mensaje: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información que se quiere comunicar.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Receptor: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Quien recibe e interpreta el mensaje.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Código: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lenguaje o signos utilizados para transmitir el mensaje.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Canal: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medio a través del cual se envía el mensaje (oral, escrito, visual).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ensa - La comunicación efectiva es una forma de comunicación, que logra  que quien transmite el mensaje lo haga de modo claro y entendible para su  interlocutor/es, sin que genere confusión, dudas">
            <a:extLst>
              <a:ext uri="{FF2B5EF4-FFF2-40B4-BE49-F238E27FC236}">
                <a16:creationId xmlns:a16="http://schemas.microsoft.com/office/drawing/2014/main" id="{505BBFF2-7794-D3D5-B0E2-030F1B487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277" y="446296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01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47435-CA70-515F-3D7C-5F1569BD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570" y="538770"/>
            <a:ext cx="9423148" cy="6114167"/>
          </a:xfrm>
        </p:spPr>
        <p:txBody>
          <a:bodyPr>
            <a:normAutofit fontScale="90000"/>
          </a:bodyPr>
          <a:lstStyle/>
          <a:p>
            <a:br>
              <a:rPr lang="es-MX" dirty="0">
                <a:solidFill>
                  <a:srgbClr val="C00000"/>
                </a:solidFill>
              </a:rPr>
            </a:br>
            <a:r>
              <a:rPr lang="es-MX" dirty="0">
                <a:solidFill>
                  <a:srgbClr val="C00000"/>
                </a:solidFill>
              </a:rPr>
              <a:t>6 Retroalimentación: </a:t>
            </a:r>
            <a:r>
              <a:rPr lang="es-MX" dirty="0"/>
              <a:t>La respuesta del receptor que confirma si el mensaje fue comprendido.</a:t>
            </a:r>
            <a:br>
              <a:rPr lang="es-MX" dirty="0"/>
            </a:br>
            <a:r>
              <a:rPr lang="es-MX" dirty="0">
                <a:solidFill>
                  <a:srgbClr val="C00000"/>
                </a:solidFill>
              </a:rPr>
              <a:t>7 Contexto: </a:t>
            </a:r>
            <a:r>
              <a:rPr lang="es-MX" dirty="0">
                <a:solidFill>
                  <a:schemeClr val="tx1"/>
                </a:solidFill>
              </a:rPr>
              <a:t>La situación o entorno en que ocurre la comunicación.</a:t>
            </a:r>
            <a:br>
              <a:rPr lang="es-MX" dirty="0">
                <a:solidFill>
                  <a:schemeClr val="tx1"/>
                </a:solidFill>
              </a:rPr>
            </a:br>
            <a:r>
              <a:rPr lang="es-MX" dirty="0">
                <a:solidFill>
                  <a:srgbClr val="C00000"/>
                </a:solidFill>
              </a:rPr>
              <a:t>8 Ruido: </a:t>
            </a:r>
            <a:r>
              <a:rPr lang="es-MX" dirty="0">
                <a:solidFill>
                  <a:schemeClr val="tx1"/>
                </a:solidFill>
              </a:rPr>
              <a:t>Cualquier interferencia que pueda dificultar la comprensión del mensaje.</a:t>
            </a:r>
            <a:br>
              <a:rPr lang="es-MX" dirty="0">
                <a:solidFill>
                  <a:schemeClr val="tx1"/>
                </a:solidFill>
              </a:rPr>
            </a:br>
            <a:br>
              <a:rPr lang="es-MX" dirty="0">
                <a:solidFill>
                  <a:schemeClr val="tx1"/>
                </a:solidFill>
              </a:rPr>
            </a:br>
            <a:br>
              <a:rPr lang="es-MX" dirty="0">
                <a:solidFill>
                  <a:schemeClr val="tx1"/>
                </a:solidFill>
              </a:rPr>
            </a:br>
            <a:r>
              <a:rPr lang="es-MX" dirty="0"/>
              <a:t> </a:t>
            </a:r>
            <a:endParaRPr lang="es-CO" dirty="0"/>
          </a:p>
        </p:txBody>
      </p:sp>
      <p:pic>
        <p:nvPicPr>
          <p:cNvPr id="3074" name="Picture 2" descr="Imágenes de Comunicacion Efectiva Dibujos Animados - Descarga gratuita en  Freepik">
            <a:extLst>
              <a:ext uri="{FF2B5EF4-FFF2-40B4-BE49-F238E27FC236}">
                <a16:creationId xmlns:a16="http://schemas.microsoft.com/office/drawing/2014/main" id="{983E0ECD-C738-970C-790A-5FD589AED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538" y="4729936"/>
            <a:ext cx="3324815" cy="192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67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066A3-88EF-A89A-7591-A9F14E08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01278"/>
          </a:xfrm>
        </p:spPr>
        <p:txBody>
          <a:bodyPr>
            <a:normAutofit fontScale="90000"/>
          </a:bodyPr>
          <a:lstStyle/>
          <a:p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Comunicación Efectiva</a:t>
            </a:r>
            <a:br>
              <a:rPr lang="es-MX" dirty="0"/>
            </a:br>
            <a:br>
              <a:rPr lang="es-MX" dirty="0"/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Verbal: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 de palabras a través del habla, (conversaciones, charlas, discursos).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/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No Verbal</a:t>
            </a: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Uso de gestos, expresiones faciales, postura, tono de voz.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Formal: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Sigue normas, estructuras y canales establecidos (reuniones laborales, informes, presentaciones).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3500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96995-0259-9138-FFBC-820BFCEB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160" y="624110"/>
            <a:ext cx="8538135" cy="5668406"/>
          </a:xfrm>
        </p:spPr>
        <p:txBody>
          <a:bodyPr>
            <a:normAutofit fontScale="90000"/>
          </a:bodyPr>
          <a:lstStyle/>
          <a:p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Informal</a:t>
            </a:r>
            <a:r>
              <a:rPr lang="es-MX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Espontanea y sin estructura oficial (charlas cotidianas).</a:t>
            </a: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eficaz: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Transmitir un mensaje de forma clara, comprensible y oportuna; combina claridad con logro de objetivos.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Comunicación ineficaz: </a:t>
            </a:r>
            <a: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Aquella que no es clara, que provoca malentendidos, confusión y no logra el objetivo deseado.</a:t>
            </a:r>
            <a:br>
              <a:rPr lang="es-MX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MásLeer">
            <a:extLst>
              <a:ext uri="{FF2B5EF4-FFF2-40B4-BE49-F238E27FC236}">
                <a16:creationId xmlns:a16="http://schemas.microsoft.com/office/drawing/2014/main" id="{8B398683-7069-B2B7-0ACB-649BF7FC1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837" y="5536946"/>
            <a:ext cx="2348916" cy="118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59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06062-FC5A-BAF1-5EF3-5B6E727E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604912"/>
            <a:ext cx="9944099" cy="1645919"/>
          </a:xfrm>
        </p:spPr>
        <p:txBody>
          <a:bodyPr>
            <a:normAutofit fontScale="90000"/>
          </a:bodyPr>
          <a:lstStyle/>
          <a:p>
            <a:pPr algn="ctr"/>
            <a:b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Asertividad y Autoconocimiento</a:t>
            </a:r>
            <a:b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Qué es la Asertividad (en Psicología y Comunicación) - Enciclopedia  Significados">
            <a:extLst>
              <a:ext uri="{FF2B5EF4-FFF2-40B4-BE49-F238E27FC236}">
                <a16:creationId xmlns:a16="http://schemas.microsoft.com/office/drawing/2014/main" id="{7B6226A3-4F48-1FA0-F4CE-4AAE6EAB6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33" y="3859882"/>
            <a:ext cx="4613616" cy="259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Autoconocimiento - 7 beneficios de conocernos bien">
            <a:extLst>
              <a:ext uri="{FF2B5EF4-FFF2-40B4-BE49-F238E27FC236}">
                <a16:creationId xmlns:a16="http://schemas.microsoft.com/office/drawing/2014/main" id="{3A8032CF-30A1-A08F-A0AC-0719E9295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564" y="2729752"/>
            <a:ext cx="4410635" cy="396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68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98152-8AD3-BB1E-7766-27AD822E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09"/>
            <a:ext cx="8911687" cy="6497127"/>
          </a:xfrm>
        </p:spPr>
        <p:txBody>
          <a:bodyPr>
            <a:normAutofit fontScale="90000"/>
          </a:bodyPr>
          <a:lstStyle/>
          <a:p>
            <a:pPr algn="ctr"/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es la asertividad?</a:t>
            </a:r>
            <a:b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capacidad de expresar ideas, sentimientos y necesidades de forma clara, respetuosa y firme sin agredir o someterse a los demás.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 es el autoconocimiento</a:t>
            </a:r>
            <a:b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la capacidad de reconocer y comprender nuestras propias emociones, pensamientos, fortalezas, debilidades y comportamientos</a:t>
            </a:r>
            <a:b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6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E10FC-D744-419D-B58B-F398B87D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927600"/>
          </a:xfrm>
        </p:spPr>
        <p:txBody>
          <a:bodyPr>
            <a:normAutofit fontScale="90000"/>
          </a:bodyPr>
          <a:lstStyle/>
          <a:p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Asertividad</a:t>
            </a:r>
            <a:b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Básica</a:t>
            </a: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Expresar una idea, deseo u opinión de forma respetuosa y directa, (prefiero no salir esta noche, necesito descansar).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Empática</a:t>
            </a: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Expresar las ideas considerando también los sentimientos del otro, (entiendo que estes molesto, pero necesito que hablemos con calma). 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972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DF956-F071-792D-0DC7-946B904E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08"/>
            <a:ext cx="8911687" cy="5839321"/>
          </a:xfrm>
        </p:spPr>
        <p:txBody>
          <a:bodyPr>
            <a:normAutofit fontScale="90000"/>
          </a:bodyPr>
          <a:lstStyle/>
          <a:p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Escalada</a:t>
            </a:r>
            <a:r>
              <a:rPr lang="es-MX" sz="4400" dirty="0">
                <a:solidFill>
                  <a:srgbClr val="C00000"/>
                </a:solidFill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presenta cuando la otra persona no respeta tus derechos, aumentando la firmeza progresivamente.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Confrontativa</a:t>
            </a: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usa para señalar contradicciones o resolver conflictos sin agresividad.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Positiva: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en expresar elogios, agradecimientos o emociones positivas con sinceridad, (me gusto mucho tu presentación, fue clara y motivadora)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34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A4297-B75F-3153-978D-C3D6EE1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3" y="624108"/>
            <a:ext cx="8911687" cy="4536613"/>
          </a:xfrm>
        </p:spPr>
        <p:txBody>
          <a:bodyPr>
            <a:normAutofit fontScale="90000"/>
          </a:bodyPr>
          <a:lstStyle/>
          <a:p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Pasiva</a:t>
            </a: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estilo de comunicación en el que la persona evita expresar sus opiniones necesidades o deseos por miedo al conflicto o al rechazo, cediendo ante los demás incluso en contra de su voluntad, este comportamiento puede generar frustración, baja autoestima y dificultades en las relaciones interpersonales.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iferencias entre las conductas asertiva, pasiva y agresiva - Grupo Emprende">
            <a:extLst>
              <a:ext uri="{FF2B5EF4-FFF2-40B4-BE49-F238E27FC236}">
                <a16:creationId xmlns:a16="http://schemas.microsoft.com/office/drawing/2014/main" id="{1FC76ED3-F97B-0AB7-9507-88A6F8732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0136" y="4612122"/>
            <a:ext cx="27417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72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FA362-A575-9D9D-BA60-36DF2389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09"/>
            <a:ext cx="8911687" cy="4611770"/>
          </a:xfrm>
        </p:spPr>
        <p:txBody>
          <a:bodyPr>
            <a:normAutofit fontScale="90000"/>
          </a:bodyPr>
          <a:lstStyle/>
          <a:p>
            <a:r>
              <a:rPr lang="es-MX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Asertividad Agresiva: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 un estilo de comunicación en el que la persona expresa sus opiniones de forma dominante, irrespetuosa o impositiva, sin considerar los derechos o sentimientos de los demás. Este comportamiento puede generar conflictos constantes y dificultades en las dinámicas sociales y humanas. 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omunicación Agresiva">
            <a:extLst>
              <a:ext uri="{FF2B5EF4-FFF2-40B4-BE49-F238E27FC236}">
                <a16:creationId xmlns:a16="http://schemas.microsoft.com/office/drawing/2014/main" id="{21D616A2-2928-7279-872B-3A54CC5ED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792" y="4643190"/>
            <a:ext cx="3281819" cy="204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64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7FE5F-9A7F-0442-C852-07A7CBDE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4278" y="662209"/>
            <a:ext cx="8827476" cy="3487760"/>
          </a:xfrm>
        </p:spPr>
        <p:txBody>
          <a:bodyPr>
            <a:normAutofit fontScale="90000"/>
          </a:bodyPr>
          <a:lstStyle/>
          <a:p>
            <a:pPr algn="ctr"/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DERECHOS ASERTIVOS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derechos asertivos son principios que ayudan a las personas a comunicarse con respeto, defender sus necesidades y establecer limites.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8" name="Picture 6" descr="Tus derechos asertivos">
            <a:extLst>
              <a:ext uri="{FF2B5EF4-FFF2-40B4-BE49-F238E27FC236}">
                <a16:creationId xmlns:a16="http://schemas.microsoft.com/office/drawing/2014/main" id="{0ED069DC-79BF-97A2-46AE-B3870B2BE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173" y="4238261"/>
            <a:ext cx="3968468" cy="231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51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59A02-562D-C927-8FAA-FD5DA962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7338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Principales Derechos Asertivos</a:t>
            </a:r>
            <a:endParaRPr lang="es-CO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D1A776-4D10-8C63-23BD-76543BE68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4443046"/>
          </a:xfrm>
        </p:spPr>
        <p:txBody>
          <a:bodyPr>
            <a:noAutofit/>
          </a:bodyPr>
          <a:lstStyle/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ser tratado con respeto y dignidad.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Derecho a expresar nuestros pensamientos, sentimientos y opiniones.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decir “no” sin sentir culpa.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Derecho a cometer errores y aprender de ellos.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cambiar de opinión.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pedir lo que necesitas (aunque no siempre lo consigas).  </a:t>
            </a:r>
            <a:endParaRPr lang="es-C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5AFC6E-A11E-0EC7-9F14-A41DEAA8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7" y="2133599"/>
            <a:ext cx="4313864" cy="3777622"/>
          </a:xfrm>
        </p:spPr>
        <p:txBody>
          <a:bodyPr>
            <a:normAutofit/>
          </a:bodyPr>
          <a:lstStyle/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ser tu mismo, sin tener que justificarte.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Derecho a decidir si quieres o no involucrarte en los problemas de otros.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Derecho a pensar antes de dar una respuesta.</a:t>
            </a:r>
          </a:p>
          <a:p>
            <a:r>
              <a:rPr lang="es-MX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Derecho a no ser perfecto.</a:t>
            </a:r>
          </a:p>
          <a:p>
            <a:endParaRPr lang="es-CO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Derechos asertivos básicos.">
            <a:extLst>
              <a:ext uri="{FF2B5EF4-FFF2-40B4-BE49-F238E27FC236}">
                <a16:creationId xmlns:a16="http://schemas.microsoft.com/office/drawing/2014/main" id="{A1D58F43-4AEC-2CA9-5372-1EC0DAF1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211" y="5187464"/>
            <a:ext cx="2257059" cy="154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620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49866-A736-E8E8-2EC0-CA3AAB6F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38930"/>
          </a:xfrm>
        </p:spPr>
        <p:txBody>
          <a:bodyPr>
            <a:normAutofit/>
          </a:bodyPr>
          <a:lstStyle/>
          <a:p>
            <a:pPr algn="ctr"/>
            <a:r>
              <a:rPr lang="es-MX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Técnicas Para Responder Asertivamente</a:t>
            </a:r>
            <a:endParaRPr lang="es-CO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707430-2592-A58A-6203-BBB538D77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2" y="2126222"/>
            <a:ext cx="4313864" cy="3032760"/>
          </a:xfrm>
        </p:spPr>
        <p:txBody>
          <a:bodyPr/>
          <a:lstStyle/>
          <a:p>
            <a:r>
              <a:rPr lang="es-MX" b="1" dirty="0"/>
              <a:t>VENTAJAS: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Mejoran la comunicación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Fortalecen la autoestima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Favorecen relaciones saludables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Reducen el estrés y los conflictos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Facilitan la toma de decisiones </a:t>
            </a:r>
          </a:p>
          <a:p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Desarrollan el autocontrol </a:t>
            </a:r>
          </a:p>
          <a:p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B2FF58-09AC-7E8B-6B80-E4E9944BD9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/>
              <a:t>Promueven el respeto propio y ajeno</a:t>
            </a:r>
          </a:p>
          <a:p>
            <a:r>
              <a:rPr lang="es-MX" dirty="0"/>
              <a:t>Promueven el bienestar personal y colectivo</a:t>
            </a:r>
          </a:p>
          <a:p>
            <a:r>
              <a:rPr lang="es-CO" dirty="0"/>
              <a:t>Mejoran la calidad en las relaciones.</a:t>
            </a:r>
          </a:p>
        </p:txBody>
      </p:sp>
    </p:spTree>
    <p:extLst>
      <p:ext uri="{BB962C8B-B14F-4D97-AF65-F5344CB8AC3E}">
        <p14:creationId xmlns:p14="http://schemas.microsoft.com/office/powerpoint/2010/main" val="386336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0E01F-2B4A-5EDF-3F5D-8FEB684E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2084800"/>
          </a:xfrm>
        </p:spPr>
        <p:txBody>
          <a:bodyPr>
            <a:normAutofit fontScale="90000"/>
          </a:bodyPr>
          <a:lstStyle/>
          <a:p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Algunas técnicas son</a:t>
            </a:r>
            <a:r>
              <a:rPr lang="es-MX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s-MX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MX" dirty="0"/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Repetición:</a:t>
            </a:r>
            <a:r>
              <a:rPr lang="es-MX" dirty="0"/>
              <a:t>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Repetir calmadamente tu mensaje o postura sin ceder ni entrar en discusiones.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Niebla: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Aceptar parcialmente lo que dice la otra persona sin entrar en conflicto ni ceder completamente.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Aplazamiento Asertivo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Postergar la respuesta para pensar mejor antes de actuar o decidir.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630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2238B-49E0-8B16-F754-DCF058D1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Pregunta Asertiva</a:t>
            </a:r>
            <a:r>
              <a:rPr lang="es-MX" sz="4400" dirty="0">
                <a:solidFill>
                  <a:schemeClr val="accent1"/>
                </a:solidFill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Pedir aclaraciones sobre lo que la otra persona dice, para ganar tiempo o entender mejor.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Acuerdo Asertivo: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Reconocer un error sin perder el control ni la dignidad.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Ignorar o Desviar: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responder  a provocaciones, cambiar el tema con calma.</a:t>
            </a:r>
            <a:b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4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Reforzamiento Positivo</a:t>
            </a: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MX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Reconocer y valorar la actitud del otro para mantener un </a:t>
            </a:r>
            <a:r>
              <a:rPr lang="es-MX" sz="4000">
                <a:latin typeface="Times New Roman" panose="02020603050405020304" pitchFamily="18" charset="0"/>
                <a:cs typeface="Times New Roman" panose="02020603050405020304" pitchFamily="18" charset="0"/>
              </a:rPr>
              <a:t>ambiente constructivo.</a:t>
            </a:r>
            <a:endParaRPr lang="es-CO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4082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297</TotalTime>
  <Words>986</Words>
  <Application>Microsoft Office PowerPoint</Application>
  <PresentationFormat>Panorámica</PresentationFormat>
  <Paragraphs>40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Times New Roman</vt:lpstr>
      <vt:lpstr>Wingdings 3</vt:lpstr>
      <vt:lpstr>Espiral</vt:lpstr>
      <vt:lpstr>HABILIDADES DE PODER </vt:lpstr>
      <vt:lpstr>Que son las habilidades de poder?  Son el conjunto de capacidades personales o sociales que permiten influir, persuadir o ejercer control sobre ciertas situaciones o sobre los individuos de manera positiva. Estas habilidades incluyen la comunicación efectiva, el liderazgo y la toma de decisiones   </vt:lpstr>
      <vt:lpstr>Que es la comunicación efectiva?  Es la capacidad de transmitir un mensaje de manera clara, precisa y comprensible, logrando que el receptor lo entienda tal como se pretende. Esta capacidad implica escuchar activamente, expresarse con claridad y adaptar el mensaje al contexto y al interlocutor.   </vt:lpstr>
      <vt:lpstr>Elementos De la Comunicación Efectiva  1 Emisor: Quien envía el mensaje. 2 Mensaje: La información que se quiere comunicar. 3 Receptor: Quien recibe e interpreta el mensaje. 4 Código: El lenguaje o signos utilizados para transmitir el mensaje. 5 Canal: El medio a través del cual se envía el mensaje (oral, escrito, visual).    </vt:lpstr>
      <vt:lpstr> 6 Retroalimentación: La respuesta del receptor que confirma si el mensaje fue comprendido. 7 Contexto: La situación o entorno en que ocurre la comunicación. 8 Ruido: Cualquier interferencia que pueda dificultar la comprensión del mensaje.    </vt:lpstr>
      <vt:lpstr>Tipos De Comunicación Efectiva  Comunicación Verbal: Uso de palabras a través del habla, (conversaciones, charlas, discursos).  Comunicación No Verbal: Uso de gestos, expresiones faciales, postura, tono de voz.  Comunicación Formal: Sigue normas, estructuras y canales establecidos (reuniones laborales, informes, presentaciones).  </vt:lpstr>
      <vt:lpstr>Comunicación Informal: Espontanea y sin estructura oficial (charlas cotidianas).  Comunicación eficaz: Transmitir un mensaje de forma clara, comprensible y oportuna; combina claridad con logro de objetivos.  Comunicación ineficaz: Aquella que no es clara, que provoca malentendidos, confusión y no logra el objetivo deseado.     </vt:lpstr>
      <vt:lpstr> Asertividad y Autoconocimiento </vt:lpstr>
      <vt:lpstr>Que es la asertividad? Es la capacidad de expresar ideas, sentimientos y necesidades de forma clara, respetuosa y firme sin agredir o someterse a los demás.  Que es el autoconocimiento Es la capacidad de reconocer y comprender nuestras propias emociones, pensamientos, fortalezas, debilidades y comportamientos </vt:lpstr>
      <vt:lpstr>Tipos de Asertividad  Asertividad Básica: Expresar una idea, deseo u opinión de forma respetuosa y directa, (prefiero no salir esta noche, necesito descansar). Asertividad Empática: Expresar las ideas considerando también los sentimientos del otro, (entiendo que estes molesto, pero necesito que hablemos con calma).  </vt:lpstr>
      <vt:lpstr>Asertividad Escalada: Se presenta cuando la otra persona no respeta tus derechos, aumentando la firmeza progresivamente. Asertividad Confrontativa: Se usa para señalar contradicciones o resolver conflictos sin agresividad. Asertividad Positiva: Consiste en expresar elogios, agradecimientos o emociones positivas con sinceridad, (me gusto mucho tu presentación, fue clara y motivadora)   </vt:lpstr>
      <vt:lpstr>Asertividad Pasiva: Es un estilo de comunicación en el que la persona evita expresar sus opiniones necesidades o deseos por miedo al conflicto o al rechazo, cediendo ante los demás incluso en contra de su voluntad, este comportamiento puede generar frustración, baja autoestima y dificultades en las relaciones interpersonales.  </vt:lpstr>
      <vt:lpstr>Asertividad Agresiva: Es un estilo de comunicación en el que la persona expresa sus opiniones de forma dominante, irrespetuosa o impositiva, sin considerar los derechos o sentimientos de los demás. Este comportamiento puede generar conflictos constantes y dificultades en las dinámicas sociales y humanas.  </vt:lpstr>
      <vt:lpstr>DERECHOS ASERTIVOS  Los derechos asertivos son principios que ayudan a las personas a comunicarse con respeto, defender sus necesidades y establecer limites.   </vt:lpstr>
      <vt:lpstr>Principales Derechos Asertivos</vt:lpstr>
      <vt:lpstr>Técnicas Para Responder Asertivamente</vt:lpstr>
      <vt:lpstr>Algunas técnicas son:  Repetición: Repetir calmadamente tu mensaje o postura sin ceder ni entrar en discusiones. Banco de Niebla: Aceptar parcialmente lo que dice la otra persona sin entrar en conflicto ni ceder completamente. Aplazamiento Asertivo: Postergar la respuesta para pensar mejor antes de actuar o decidir. </vt:lpstr>
      <vt:lpstr>Pregunta Asertiva: Pedir aclaraciones sobre lo que la otra persona dice, para ganar tiempo o entender mejor. Acuerdo Asertivo: Reconocer un error sin perder el control ni la dignidad. Ignorar o Desviar: No responder  a provocaciones, cambiar el tema con calma. Reforzamiento Positivo: Reconocer y valorar la actitud del otro para mantener un ambiente constructivo.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HABILIDADES DE PODER </dc:title>
  <dc:creator>User</dc:creator>
  <cp:lastModifiedBy>Jorge Hernan Londoño</cp:lastModifiedBy>
  <cp:revision>2</cp:revision>
  <dcterms:created xsi:type="dcterms:W3CDTF">2025-06-20T22:09:46Z</dcterms:created>
  <dcterms:modified xsi:type="dcterms:W3CDTF">2025-11-08T14:34:33Z</dcterms:modified>
</cp:coreProperties>
</file>