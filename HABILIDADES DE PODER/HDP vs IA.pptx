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275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085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0403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4618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126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7803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7409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682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8941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888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0236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7674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60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6504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8391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1952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7184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3A13BFE-BBC7-4830-9FB2-FF05C24E0EB0}" type="datetimeFigureOut">
              <a:rPr lang="es-CO" smtClean="0"/>
              <a:t>14/07/2025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67A56-CD96-43B5-990A-1786DD5F38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042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ED589-A26A-3D14-2BE4-C2E65A2A6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917" y="296876"/>
            <a:ext cx="8825658" cy="5586633"/>
          </a:xfrm>
        </p:spPr>
        <p:txBody>
          <a:bodyPr>
            <a:normAutofit/>
          </a:bodyPr>
          <a:lstStyle/>
          <a:p>
            <a:pPr algn="ctr"/>
            <a:r>
              <a:rPr lang="es-CO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HABILIDADES DE PODER</a:t>
            </a:r>
            <a:br>
              <a:rPr lang="es-CO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br>
              <a:rPr lang="es-CO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INTELIGENCIA ARTIFICIAL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92071B-BCFE-5529-E73E-CD8B36A3B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8917" y="5883509"/>
            <a:ext cx="8825658" cy="473046"/>
          </a:xfrm>
        </p:spPr>
        <p:txBody>
          <a:bodyPr/>
          <a:lstStyle/>
          <a:p>
            <a:pPr algn="ctr"/>
            <a:r>
              <a:rPr lang="es-C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Influencia y transformación en la sociedad actual</a:t>
            </a:r>
          </a:p>
        </p:txBody>
      </p:sp>
    </p:spTree>
    <p:extLst>
      <p:ext uri="{BB962C8B-B14F-4D97-AF65-F5344CB8AC3E}">
        <p14:creationId xmlns:p14="http://schemas.microsoft.com/office/powerpoint/2010/main" val="2338252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2E537-752C-4D90-066E-D3A7E1C69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091" y="364228"/>
            <a:ext cx="9404723" cy="3691578"/>
          </a:xfrm>
        </p:spPr>
        <p:txBody>
          <a:bodyPr/>
          <a:lstStyle/>
          <a:p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Habilidades de Poder</a:t>
            </a:r>
            <a:r>
              <a:rPr lang="es-CO" sz="4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Capacidades interpersonales y estratégicas que permiten influir, liderar o movilizar a otros.</a:t>
            </a: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 principales habilidades de poder son:</a:t>
            </a: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Influencia: </a:t>
            </a: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Capacidad para modificar las decisiones o percepciones de otro.</a:t>
            </a: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Comunicación Efectiva: </a:t>
            </a: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Transmitir ideas con claridad, precisión y persuasión </a:t>
            </a:r>
            <a:br>
              <a:rPr lang="es-CO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68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D4A874-A6F0-FA26-1E62-A915261E2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621" y="408472"/>
            <a:ext cx="9404723" cy="4340509"/>
          </a:xfrm>
        </p:spPr>
        <p:txBody>
          <a:bodyPr/>
          <a:lstStyle/>
          <a:p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Negociación</a:t>
            </a:r>
            <a:r>
              <a:rPr lang="es-CO" sz="4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s-CO" dirty="0">
                <a:solidFill>
                  <a:schemeClr val="accent2"/>
                </a:solidFill>
              </a:rPr>
              <a:t> </a:t>
            </a: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Llegar a acuerdos favorables.</a:t>
            </a: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Liderazgo:</a:t>
            </a:r>
            <a:r>
              <a:rPr lang="es-CO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Guiar e inspirar.</a:t>
            </a: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Empatía Estratégica: </a:t>
            </a: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Sensibilización humana, comprensión del otro para lograr objetivos comunes.</a:t>
            </a: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3600" dirty="0"/>
          </a:p>
        </p:txBody>
      </p:sp>
      <p:pic>
        <p:nvPicPr>
          <p:cNvPr id="1026" name="Picture 2" descr="Habilidades fundamentales para trabajar con inteligencia artificial | Blog  UAO">
            <a:extLst>
              <a:ext uri="{FF2B5EF4-FFF2-40B4-BE49-F238E27FC236}">
                <a16:creationId xmlns:a16="http://schemas.microsoft.com/office/drawing/2014/main" id="{FE6A739C-FB20-9FF4-0C63-E600E14FF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819" y="4518104"/>
            <a:ext cx="3302655" cy="206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9157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47584-4B0D-9B32-FCB1-46565201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3691579"/>
          </a:xfrm>
        </p:spPr>
        <p:txBody>
          <a:bodyPr/>
          <a:lstStyle/>
          <a:p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INTELIGENCIA ARTIFICIAL (IA): </a:t>
            </a: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Sistemas que imitan funciones cognitivas humanas.</a:t>
            </a: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EJEMPLOS:</a:t>
            </a:r>
            <a:r>
              <a:rPr lang="es-CO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Asistentes virtuales, algoritmos de recomendación, análisis predictivo, generación de texto.</a:t>
            </a: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2" name="Picture 8" descr="Beneficios de la Inteligencia Artificial en la vida cotidiana - Revista  Hola Polanco">
            <a:extLst>
              <a:ext uri="{FF2B5EF4-FFF2-40B4-BE49-F238E27FC236}">
                <a16:creationId xmlns:a16="http://schemas.microsoft.com/office/drawing/2014/main" id="{D09F27F3-8B40-880D-C9F9-07A20D187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454" y="4144296"/>
            <a:ext cx="2432255" cy="2432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714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867D8-2725-A47F-0F85-51059EAFC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063" y="84006"/>
            <a:ext cx="9404723" cy="6700252"/>
          </a:xfrm>
        </p:spPr>
        <p:txBody>
          <a:bodyPr/>
          <a:lstStyle/>
          <a:p>
            <a:r>
              <a:rPr lang="es-CO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s-CO" sz="6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TIPOS DE IA</a:t>
            </a:r>
            <a:br>
              <a:rPr lang="es-CO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DÉBIL: </a:t>
            </a: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Diseñada para realizar una tarea especifica.</a:t>
            </a: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Características:</a:t>
            </a:r>
            <a:r>
              <a:rPr lang="es-CO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tiene consciencia, ni emociones, ni entiende el contexto mas allá de su programación.</a:t>
            </a: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Ejemplos</a:t>
            </a:r>
            <a:r>
              <a:rPr lang="es-CO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Asistentes virtuales (Siri, Alexa), filtros de spam, motores de recomendación (Netflix, Spotify).</a:t>
            </a: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216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30C87-E252-D157-F9AA-8E4C3988D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 GENERAL (AGI- Artificial General Intelligence): </a:t>
            </a: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 una IA capaz de realizar cualquier tarea cognitiva humana con la misma o mayor eficacia. Esta IA es un objetivo futuro.</a:t>
            </a: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CARACTERISTICAS:</a:t>
            </a:r>
            <a:r>
              <a:rPr lang="es-CO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Tendría habilidades de  razonamiento, resolución de problemas, aprendizaje y adaptación en múltiples contextos.</a:t>
            </a: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931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74984-EFAC-ADA9-7B60-7393ED75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 SÚPER INTELIGENTE (Superintelligent AI)</a:t>
            </a:r>
            <a:r>
              <a:rPr lang="es-CO" dirty="0">
                <a:solidFill>
                  <a:schemeClr val="accent2"/>
                </a:solidFill>
              </a:rPr>
              <a:t>: </a:t>
            </a: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 IA que superaría la inteligencia humana en todos los aspectos, por ahora es hipotética.</a:t>
            </a: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CARACTERISTICAS</a:t>
            </a:r>
            <a:r>
              <a:rPr lang="es-CO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 mas creativa, social y estratégica que cualquier ser humano.</a:t>
            </a:r>
            <a:b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dirty="0"/>
          </a:p>
        </p:txBody>
      </p:sp>
      <p:pic>
        <p:nvPicPr>
          <p:cNvPr id="2050" name="Picture 2" descr="Agencia i | 💬 Te compartimos una frase más optimista sobre la inteligencia  artificial de **Fei-Fei Li**, experta en el campo de la IA 👇🏽 “La... |  Instagram">
            <a:extLst>
              <a:ext uri="{FF2B5EF4-FFF2-40B4-BE49-F238E27FC236}">
                <a16:creationId xmlns:a16="http://schemas.microsoft.com/office/drawing/2014/main" id="{4601880C-C2DF-41ED-A109-45EBD476B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5715" y="3937539"/>
            <a:ext cx="2640242" cy="2640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490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A3D0E-957C-6771-D95C-D4E9DB482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079" y="570704"/>
            <a:ext cx="9404723" cy="5313901"/>
          </a:xfrm>
        </p:spPr>
        <p:txBody>
          <a:bodyPr/>
          <a:lstStyle/>
          <a:p>
            <a:pPr algn="ctr"/>
            <a:r>
              <a:rPr lang="es-CO" sz="6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COMPARATIVA HABILIDADES DE PODER vs INTELIGENCIA ARTIFICIAL</a:t>
            </a:r>
          </a:p>
        </p:txBody>
      </p:sp>
      <p:pic>
        <p:nvPicPr>
          <p:cNvPr id="1026" name="Picture 2" descr="La Inteligencia Artificial impulsa el desarrollo de las competencias  transversales o constituye un obstáculo?">
            <a:extLst>
              <a:ext uri="{FF2B5EF4-FFF2-40B4-BE49-F238E27FC236}">
                <a16:creationId xmlns:a16="http://schemas.microsoft.com/office/drawing/2014/main" id="{8692A88D-92E7-F0B6-8B23-20CFC002E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516" y="3849329"/>
            <a:ext cx="2875936" cy="2806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6851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F4218-2E31-7591-F630-7F1609BB5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079" y="157751"/>
            <a:ext cx="9404723" cy="6700250"/>
          </a:xfrm>
        </p:spPr>
        <p:txBody>
          <a:bodyPr/>
          <a:lstStyle/>
          <a:p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ORIGEN IA: </a:t>
            </a:r>
            <a:r>
              <a:rPr lang="es-C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Tecnológico, creada por humanos basada en la programación y los datos.</a:t>
            </a:r>
            <a:br>
              <a:rPr lang="es-CO" sz="3600" dirty="0"/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ORIGEN HDP: </a:t>
            </a:r>
            <a: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Humano, desarrollado a través de experiencias, emociones y relaciones. </a:t>
            </a: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FUNCIONAMIENTO DE LA IA: </a:t>
            </a:r>
            <a: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Datos, algoritmos, aprendizaje automático.</a:t>
            </a: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FUNCIONAMENTO HDP: </a:t>
            </a:r>
            <a: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Inteligencia emocional, comunicación, liderazgo, carisma</a:t>
            </a:r>
            <a:br>
              <a:rPr lang="es-CO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597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342A75-61F3-81C1-7D10-1ACAE5744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76" y="113504"/>
            <a:ext cx="9404723" cy="7054211"/>
          </a:xfrm>
        </p:spPr>
        <p:txBody>
          <a:bodyPr/>
          <a:lstStyle/>
          <a:p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CAPACIDAD DE DECISIÓN DE LA IA: </a:t>
            </a:r>
            <a: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 decisiones basadas en lógica, patrones y probabilidades.</a:t>
            </a: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CAPACIDAD DE DECISIÓN HDP: </a:t>
            </a:r>
            <a: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Decisiones con juicio, valores, intuición y contexto social</a:t>
            </a: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APLICACIÓN IA: </a:t>
            </a:r>
            <a: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Tecnología, medicina, negocios, industria, educación, seguridad, etc.</a:t>
            </a: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APLICACIÓN HDP: </a:t>
            </a:r>
            <a: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Política, negociaciones, liderazgo, relaciones personales  </a:t>
            </a:r>
          </a:p>
        </p:txBody>
      </p:sp>
    </p:spTree>
    <p:extLst>
      <p:ext uri="{BB962C8B-B14F-4D97-AF65-F5344CB8AC3E}">
        <p14:creationId xmlns:p14="http://schemas.microsoft.com/office/powerpoint/2010/main" val="381809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5E3DB-CA0F-8E81-316B-3E60C5A37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85" y="0"/>
            <a:ext cx="9404723" cy="6626508"/>
          </a:xfrm>
        </p:spPr>
        <p:txBody>
          <a:bodyPr/>
          <a:lstStyle/>
          <a:p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VENTAJAS DE LA IA: </a:t>
            </a:r>
            <a: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Procesamiento de grandes volúmenes de datos, rapidez, precisión.</a:t>
            </a: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VENTAJAS HDP: </a:t>
            </a:r>
            <a: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Capacidad de adaptación, empatía, persuasión, influencia emocional.</a:t>
            </a: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LIMITACIONES DE LA IA: </a:t>
            </a:r>
            <a: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Falta de ética, de autonomía, sesgos algorítmicos, no tiene emociones.</a:t>
            </a: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LIMITACIONES HDP: </a:t>
            </a:r>
            <a: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Subjetividad, riesgo de manipulación o abuso de poder.</a:t>
            </a:r>
            <a:br>
              <a:rPr lang="es-CO" sz="4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898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FEEFF-D5A7-CEB7-6126-846D25328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343" y="226359"/>
            <a:ext cx="9404723" cy="6405282"/>
          </a:xfrm>
        </p:spPr>
        <p:txBody>
          <a:bodyPr/>
          <a:lstStyle/>
          <a:p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INTERACCION CON EL ENTORNO IA: </a:t>
            </a:r>
            <a: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Objetiva, basada en datos sensoriales o digitales.</a:t>
            </a: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INTERACCION CON EL ENTORNO HDP: </a:t>
            </a:r>
            <a: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Subjetiva, basada en interpretación emocional y social.</a:t>
            </a:r>
            <a:br>
              <a:rPr lang="es-CO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LA ERA DE LA INTELIGENCIA ARTIFICIAL: LAS 4 HABILIDADES QUE NECESITAS PARA  DOMINARLA - Palomo Consultores">
            <a:extLst>
              <a:ext uri="{FF2B5EF4-FFF2-40B4-BE49-F238E27FC236}">
                <a16:creationId xmlns:a16="http://schemas.microsoft.com/office/drawing/2014/main" id="{3A897138-D276-4BB2-C12B-CE632BC4F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694" y="4032606"/>
            <a:ext cx="45720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442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C1BA22-6827-4C59-EF3B-297865981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324" y="56752"/>
            <a:ext cx="9404723" cy="6744495"/>
          </a:xfrm>
        </p:spPr>
        <p:txBody>
          <a:bodyPr/>
          <a:lstStyle/>
          <a:p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RELACION ENTRE AMBAS:</a:t>
            </a:r>
            <a:b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IA:</a:t>
            </a:r>
            <a:r>
              <a:rPr lang="es-CO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Puede potenciar el ejercicio del poder (información, control, vigilancia).</a:t>
            </a: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HDP: </a:t>
            </a:r>
            <a: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Influyen en como se desarrolla, se usa y controla la inteligencia artificial.</a:t>
            </a: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IA y las habilidades de poder no se excluyen, se complementan. Mientras la IA aporta análisis y eficiencia, las habilidades de poder permiten el liderazgo ético y humano; el desafío está en equilibrarlas.</a:t>
            </a:r>
            <a:br>
              <a:rPr lang="es-CO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4697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307</TotalTime>
  <Words>608</Words>
  <Application>Microsoft Office PowerPoint</Application>
  <PresentationFormat>Panorámica</PresentationFormat>
  <Paragraphs>14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Times New Roman</vt:lpstr>
      <vt:lpstr>Wingdings 3</vt:lpstr>
      <vt:lpstr>Ion</vt:lpstr>
      <vt:lpstr>HABILIDADES DE PODER VS INTELIGENCIA ARTIFICIAL</vt:lpstr>
      <vt:lpstr>Habilidades de Poder: Capacidades interpersonales y estratégicas que permiten influir, liderar o movilizar a otros.  Las principales habilidades de poder son: Influencia: Capacidad para modificar las decisiones o percepciones de otro.  Comunicación Efectiva: Transmitir ideas con claridad, precisión y persuasión             </vt:lpstr>
      <vt:lpstr>Negociación: Llegar a acuerdos favorables.  Liderazgo: Guiar e inspirar.  Empatía Estratégica: Sensibilización humana, comprensión del otro para lograr objetivos comunes. </vt:lpstr>
      <vt:lpstr>INTELIGENCIA ARTIFICIAL (IA): Sistemas que imitan funciones cognitivas humanas.  EJEMPLOS: Asistentes virtuales, algoritmos de recomendación, análisis predictivo, generación de texto. </vt:lpstr>
      <vt:lpstr>               TIPOS DE IA  IA DÉBIL: Diseñada para realizar una tarea especifica. Características: No tiene consciencia, ni emociones, ni entiende el contexto mas allá de su programación. Ejemplos: Asistentes virtuales (Siri, Alexa), filtros de spam, motores de recomendación (Netflix, Spotify).  </vt:lpstr>
      <vt:lpstr>IA GENERAL (AGI- Artificial General Intelligence): Seria una IA capaz de realizar cualquier tarea cognitiva humana con la misma o mayor eficacia. Esta IA es un objetivo futuro. CARACTERISTICAS: Tendría habilidades de  razonamiento, resolución de problemas, aprendizaje y adaptación en múltiples contextos.  </vt:lpstr>
      <vt:lpstr>IA SÚPER INTELIGENTE (Superintelligent AI): Una IA que superaría la inteligencia humana en todos los aspectos, por ahora es hipotética. CARACTERISTICAS: Seria mas creativa, social y estratégica que cualquier ser humano. </vt:lpstr>
      <vt:lpstr>COMPARATIVA HABILIDADES DE PODER vs INTELIGENCIA ARTIFICIAL</vt:lpstr>
      <vt:lpstr>ORIGEN IA: Tecnológico, creada por humanos basada en la programación y los datos. ORIGEN HDP: Humano, desarrollado a través de experiencias, emociones y relaciones.   BASE FUNCIONAMIENTO DE LA IA: Datos, algoritmos, aprendizaje automático. BASE FUNCIONAMENTO HDP: Inteligencia emocional, comunicación, liderazgo, carisma </vt:lpstr>
      <vt:lpstr>CAPACIDAD DE DECISIÓN DE LA IA: Toma decisiones basadas en lógica, patrones y probabilidades. CAPACIDAD DE DECISIÓN HDP: Decisiones con juicio, valores, intuición y contexto social  APLICACIÓN IA: Tecnología, medicina, negocios, industria, educación, seguridad, etc. APLICACIÓN HDP: Política, negociaciones, liderazgo, relaciones personales  </vt:lpstr>
      <vt:lpstr>VENTAJAS DE LA IA: Procesamiento de grandes volúmenes de datos, rapidez, precisión. VENTAJAS HDP: Capacidad de adaptación, empatía, persuasión, influencia emocional.  LIMITACIONES DE LA IA: Falta de ética, de autonomía, sesgos algorítmicos, no tiene emociones. LIMITACIONES HDP: Subjetividad, riesgo de manipulación o abuso de poder.  </vt:lpstr>
      <vt:lpstr>INTERACCION CON EL ENTORNO IA: Objetiva, basada en datos sensoriales o digitales. INTERACCION CON EL ENTORNO HDP: Subjetiva, basada en interpretación emocional y social.    </vt:lpstr>
      <vt:lpstr>       RELACION ENTRE AMBAS: IA: Puede potenciar el ejercicio del poder (información, control, vigilancia). HDP: Influyen en como se desarrolla, se usa y controla la inteligencia artificial.  La IA y las habilidades de poder no se excluyen, se complementan. Mientras la IA aporta análisis y eficiencia, las habilidades de poder permiten el liderazgo ético y humano; el desafío está en equilibrarlas.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Hernan Londoño</dc:creator>
  <cp:lastModifiedBy>Jorge Hernan Londoño</cp:lastModifiedBy>
  <cp:revision>4</cp:revision>
  <dcterms:created xsi:type="dcterms:W3CDTF">2025-07-14T18:32:50Z</dcterms:created>
  <dcterms:modified xsi:type="dcterms:W3CDTF">2025-07-15T06:03:07Z</dcterms:modified>
</cp:coreProperties>
</file>