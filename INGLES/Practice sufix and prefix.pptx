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94991-9B3F-4C5A-9ADA-373FACA8F29B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AB00D-0DB7-4B26-ABC5-6EE7ED0A6BC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42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0e8b5866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g360e8b5866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216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978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068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193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096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032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786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0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718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608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876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17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B4423-D833-4101-BD51-483C741219B5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CF68B-B2D2-473D-9DC3-97E856749C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078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99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g360e8b58663_0_258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60e8b58663_0_258"/>
          <p:cNvSpPr/>
          <p:nvPr/>
        </p:nvSpPr>
        <p:spPr>
          <a:xfrm>
            <a:off x="3765031" y="292961"/>
            <a:ext cx="487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CO" sz="5400" b="1" i="0" u="none" strike="noStrike" cap="none" dirty="0">
                <a:solidFill>
                  <a:srgbClr val="FCA810"/>
                </a:solidFill>
                <a:latin typeface="Arial"/>
                <a:ea typeface="Arial"/>
                <a:cs typeface="Arial"/>
                <a:sym typeface="Arial"/>
              </a:rPr>
              <a:t>Let’s </a:t>
            </a:r>
            <a:r>
              <a:rPr lang="es-CO" sz="5400" b="1" i="0" u="none" strike="noStrike" cap="none" dirty="0" err="1">
                <a:solidFill>
                  <a:srgbClr val="FCA810"/>
                </a:solidFill>
                <a:latin typeface="Arial"/>
                <a:ea typeface="Arial"/>
                <a:cs typeface="Arial"/>
                <a:sym typeface="Arial"/>
              </a:rPr>
              <a:t>practice</a:t>
            </a:r>
            <a:r>
              <a:rPr lang="es-CO" sz="5400" b="1" i="0" u="none" strike="noStrike" cap="none" dirty="0">
                <a:solidFill>
                  <a:srgbClr val="FCA81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g360e8b58663_0_258"/>
          <p:cNvGraphicFramePr/>
          <p:nvPr>
            <p:extLst>
              <p:ext uri="{D42A27DB-BD31-4B8C-83A1-F6EECF244321}">
                <p14:modId xmlns:p14="http://schemas.microsoft.com/office/powerpoint/2010/main" val="837617469"/>
              </p:ext>
            </p:extLst>
          </p:nvPr>
        </p:nvGraphicFramePr>
        <p:xfrm>
          <a:off x="524836" y="1697667"/>
          <a:ext cx="10803564" cy="3019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8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CO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b="1" u="none" strike="noStrike" cap="none" dirty="0"/>
                        <a:t>ADDING PREFIXES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b="1" u="none" strike="noStrike" cap="none" dirty="0"/>
                        <a:t>ADDING SUFFIXES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b="1" u="none" strike="noStrike" cap="none" dirty="0"/>
                        <a:t>CONVERTING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b="1" u="none" strike="noStrike" cap="none" dirty="0"/>
                        <a:t>FORMING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1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discipline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indiscipline 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add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Addition</a:t>
                      </a:r>
                      <a:r>
                        <a:rPr lang="es-CO" sz="1600" u="none" strike="noStrike" cap="none" dirty="0"/>
                        <a:t>/</a:t>
                      </a:r>
                      <a:r>
                        <a:rPr lang="es-CO" sz="1600" u="none" strike="noStrike" cap="none" dirty="0" err="1"/>
                        <a:t>addmit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e-mail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to email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message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2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understand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misunderstand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happy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happier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statistics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graphics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3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responsible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</a:t>
                      </a:r>
                      <a:r>
                        <a:rPr lang="es-CO" sz="1600" u="none" strike="noStrike" cap="none" dirty="0" err="1"/>
                        <a:t>irresponsible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write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writer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emotion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happiness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4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happy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Unhappy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manage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management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revision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 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supervisor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5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practical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Impractical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move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movement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editor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 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football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6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important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unimportant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inform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</a:t>
                      </a:r>
                      <a:r>
                        <a:rPr lang="es-CO" sz="1600" u="none" strike="noStrike" cap="none" dirty="0" err="1"/>
                        <a:t>information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obsessive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 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 compulsive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100" b="1" u="none" strike="noStrike" cap="none"/>
                        <a:t>7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legal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illegal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E8E4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inform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 err="1"/>
                        <a:t>informer</a:t>
                      </a: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CAF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/>
                        <a:t> 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FE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 cap="none" dirty="0"/>
                        <a:t> 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gradFill>
                      <a:gsLst>
                        <a:gs pos="0">
                          <a:srgbClr val="FEDB9D"/>
                        </a:gs>
                        <a:gs pos="74000">
                          <a:srgbClr val="A4D5EB"/>
                        </a:gs>
                        <a:gs pos="83000">
                          <a:srgbClr val="A4D5EB"/>
                        </a:gs>
                        <a:gs pos="100000">
                          <a:srgbClr val="C2E3F2"/>
                        </a:gs>
                      </a:gsLst>
                      <a:lin ang="5400012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25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</Words>
  <Application>Microsoft Office PowerPoint</Application>
  <PresentationFormat>Panorámica</PresentationFormat>
  <Paragraphs>61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vivi</dc:creator>
  <cp:lastModifiedBy>Usuario</cp:lastModifiedBy>
  <cp:revision>2</cp:revision>
  <dcterms:created xsi:type="dcterms:W3CDTF">2025-11-15T13:43:15Z</dcterms:created>
  <dcterms:modified xsi:type="dcterms:W3CDTF">2025-11-15T13:53:25Z</dcterms:modified>
</cp:coreProperties>
</file>